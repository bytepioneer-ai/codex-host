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Office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Converted by the DSH Office provider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